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9" r:id="rId2"/>
    <p:sldId id="492" r:id="rId3"/>
    <p:sldId id="258" r:id="rId4"/>
    <p:sldId id="488" r:id="rId5"/>
    <p:sldId id="490" r:id="rId6"/>
    <p:sldId id="489" r:id="rId7"/>
    <p:sldId id="493" r:id="rId8"/>
    <p:sldId id="491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D1AD9544-0DF6-42F8-ADB6-AF80BF3FB45D}">
          <p14:sldIdLst>
            <p14:sldId id="259"/>
            <p14:sldId id="492"/>
            <p14:sldId id="258"/>
            <p14:sldId id="488"/>
            <p14:sldId id="490"/>
            <p14:sldId id="489"/>
            <p14:sldId id="493"/>
            <p14:sldId id="49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Левахина Ксения Сергеевна" initials="ЛКС" lastIdx="1" clrIdx="0">
    <p:extLst>
      <p:ext uri="{19B8F6BF-5375-455C-9EA6-DF929625EA0E}">
        <p15:presenceInfo xmlns:p15="http://schemas.microsoft.com/office/powerpoint/2012/main" userId="Левахина Ксения Сергеевна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96" autoAdjust="0"/>
    <p:restoredTop sz="94651" autoAdjust="0"/>
  </p:normalViewPr>
  <p:slideViewPr>
    <p:cSldViewPr snapToGrid="0">
      <p:cViewPr varScale="1">
        <p:scale>
          <a:sx n="83" d="100"/>
          <a:sy n="83" d="100"/>
        </p:scale>
        <p:origin x="534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F7AC7B-00F5-48DD-8928-FD33BA30184F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5B2B51-16B6-4AAD-80E4-269AF0A318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738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DA884-6834-43C3-9962-0908708BB635}" type="datetime1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1814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69084-B616-42FD-97D2-132FA2D9D3EC}" type="datetime1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612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1D01F-863C-4B73-AC54-AFB6F8AF8771}" type="datetime1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0629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CCFC5-B553-4F02-B48C-3389B3E31F91}" type="datetime1">
              <a:rPr lang="ru-RU" smtClean="0"/>
              <a:t>04.06.2026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4847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9C083-1D60-4C1E-892A-B512768125D7}" type="datetime1">
              <a:rPr lang="ru-RU" smtClean="0"/>
              <a:t>04.06.2026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4995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FC138-E7BA-4AC9-88EA-6548305A1AE0}" type="datetime1">
              <a:rPr lang="ru-RU" smtClean="0"/>
              <a:t>04.06.2026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0354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7F368-0454-4E3E-B811-65D7920E7A00}" type="datetime1">
              <a:rPr lang="ru-RU" smtClean="0"/>
              <a:t>04.06.2026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902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88E3F-F044-4CF9-8740-67EF25E77444}" type="datetime1">
              <a:rPr lang="ru-RU" smtClean="0"/>
              <a:t>04.06.2026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577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3761-CBF7-4D01-8375-1A6A2B4DD86F}" type="datetime1">
              <a:rPr lang="ru-RU" smtClean="0"/>
              <a:t>04.06.2026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233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ED5A9-4DBA-47B9-8194-FDEF738E4669}" type="datetime1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2771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61B47-97FD-4EE6-8644-2D0CCBD0ABF0}" type="datetime1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4510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308FB-D40B-40B6-9438-F3DDDC3FA85B}" type="datetime1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1377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8000" t="7000" r="1000" b="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57694" y="1704110"/>
            <a:ext cx="5411586" cy="1458884"/>
          </a:xfrm>
        </p:spPr>
        <p:txBody>
          <a:bodyPr>
            <a:normAutofit/>
          </a:bodyPr>
          <a:lstStyle/>
          <a:p>
            <a: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Технология реверс-инжиниринга</a:t>
            </a:r>
            <a:b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</a:br>
            <a: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Задание 5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49134" y="4157220"/>
            <a:ext cx="6268482" cy="2056543"/>
          </a:xfrm>
        </p:spPr>
        <p:txBody>
          <a:bodyPr>
            <a:normAutofit lnSpcReduction="10000"/>
          </a:bodyPr>
          <a:lstStyle/>
          <a:p>
            <a:pPr algn="l"/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Выполнили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Крецу Д.Р., ТКИ-341</a:t>
            </a:r>
          </a:p>
          <a:p>
            <a:pPr algn="l"/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Проверили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Доцент, к.т.н.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Сафронов Антон Игоревич </a:t>
            </a:r>
          </a:p>
          <a:p>
            <a:pPr algn="l"/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Профессор, д.т.н. Сидоренко Валентина Геннадьевна</a:t>
            </a:r>
          </a:p>
        </p:txBody>
      </p:sp>
    </p:spTree>
    <p:extLst>
      <p:ext uri="{BB962C8B-B14F-4D97-AF65-F5344CB8AC3E}">
        <p14:creationId xmlns:p14="http://schemas.microsoft.com/office/powerpoint/2010/main" val="189063605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C8093-63A4-5C6D-D2F3-63515E636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Открытие </a:t>
            </a:r>
            <a:r>
              <a:rPr lang="en-US" dirty="0"/>
              <a:t>6.exe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52F9EB-8FC2-41D7-C093-188337883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2</a:t>
            </a:fld>
            <a:endParaRPr lang="ru-R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363A0E-A608-073E-8DAF-AAA00FAC5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8577" y="2782664"/>
            <a:ext cx="5820587" cy="181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37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9873" y="69260"/>
            <a:ext cx="7951870" cy="640714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Анализ в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Ghidra</a:t>
            </a:r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 (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main)</a:t>
            </a:r>
            <a:endParaRPr lang="ru-RU" sz="2400" dirty="0">
              <a:solidFill>
                <a:schemeClr val="accent5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3</a:t>
            </a:fld>
            <a:endParaRPr lang="ru-R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46054E-8198-8E5C-4D2D-C782BB1A5C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091" y="1249462"/>
            <a:ext cx="9374414" cy="553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7511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3BE48-B230-C8B7-F28E-A128FA4C7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Функция антидебагера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E1BD14-3CAA-7B67-6FDE-A6AB6F624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4</a:t>
            </a:fld>
            <a:endParaRPr lang="ru-R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1EBE35-D068-09E9-8661-24001DBAC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09" y="1985791"/>
            <a:ext cx="11164532" cy="4328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439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CCD3C-50FF-A586-BE25-13A72DCF7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Функция </a:t>
            </a:r>
            <a:r>
              <a:rPr lang="en-US" dirty="0" err="1"/>
              <a:t>Xor_decode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37CA9-1BCF-D1A9-8700-7DB29034B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5</a:t>
            </a:fld>
            <a:endParaRPr lang="ru-R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F30263-3ECB-51E0-A3B6-449DA0E1A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51" y="1690688"/>
            <a:ext cx="7656919" cy="33350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864A7A5-3BAA-2FD3-38BE-70E5309CDD6E}"/>
              </a:ext>
            </a:extLst>
          </p:cNvPr>
          <p:cNvSpPr txBox="1"/>
          <p:nvPr/>
        </p:nvSpPr>
        <p:spPr>
          <a:xfrm>
            <a:off x="678610" y="5586405"/>
            <a:ext cx="92475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Зашифрованное представление: </a:t>
            </a:r>
            <a:r>
              <a:rPr lang="en-US" dirty="0"/>
              <a:t>cm9vdFlXUmxiM0JoYzNNPQ==</a:t>
            </a:r>
            <a:r>
              <a:rPr lang="ru-RU" dirty="0"/>
              <a:t> (эталонная строка </a:t>
            </a:r>
            <a:r>
              <a:rPr lang="en-US" dirty="0"/>
              <a:t>base64</a:t>
            </a:r>
            <a:r>
              <a:rPr lang="ru-RU" dirty="0"/>
              <a:t>)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583FAC-1D24-E2F6-14B0-CB0881F492AE}"/>
              </a:ext>
            </a:extLst>
          </p:cNvPr>
          <p:cNvSpPr txBox="1"/>
          <p:nvPr/>
        </p:nvSpPr>
        <p:spPr>
          <a:xfrm>
            <a:off x="678611" y="587395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rootYWRlb3Bhc3M=</a:t>
            </a:r>
            <a:r>
              <a:rPr lang="ru-RU" dirty="0"/>
              <a:t> (строка после первого дешифрования)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A3358F-19A6-3080-C4A6-8B94A8B57EC7}"/>
              </a:ext>
            </a:extLst>
          </p:cNvPr>
          <p:cNvSpPr txBox="1"/>
          <p:nvPr/>
        </p:nvSpPr>
        <p:spPr>
          <a:xfrm>
            <a:off x="678611" y="614707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Adeopass</a:t>
            </a:r>
            <a:r>
              <a:rPr lang="ru-RU" dirty="0"/>
              <a:t> (строка после второго шифрования)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982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569C6-03D6-1C14-D8BF-918A80DD0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</a:t>
            </a:r>
            <a:r>
              <a:rPr lang="en-US" dirty="0"/>
              <a:t>main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3208A1-56F4-D5E7-6B3F-4E1D3A873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6</a:t>
            </a:fld>
            <a:endParaRPr lang="ru-R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F2C824-EA46-A040-8593-177E35384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969" y="1799512"/>
            <a:ext cx="4751135" cy="49219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173FC6-79CE-4E6D-C285-0B8094C7B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7207" y="1627517"/>
            <a:ext cx="5900305" cy="8256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6E9CF70-64FD-ED56-49DA-2AD24873D6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0139" y="2864035"/>
            <a:ext cx="5433661" cy="138210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D8793BF-6605-C973-AFD4-0594C65CAC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3992" y="3419967"/>
            <a:ext cx="3153215" cy="60968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663D594-D6BE-2A68-11EB-CC99CEFAE4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4328" y="4364865"/>
            <a:ext cx="5458587" cy="31436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B6715B2-F13C-BC66-AE3E-F6AFB773CE51}"/>
              </a:ext>
            </a:extLst>
          </p:cNvPr>
          <p:cNvSpPr txBox="1"/>
          <p:nvPr/>
        </p:nvSpPr>
        <p:spPr>
          <a:xfrm>
            <a:off x="6344480" y="4777024"/>
            <a:ext cx="50093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Метод шифрования: </a:t>
            </a:r>
            <a:r>
              <a:rPr lang="en-US" dirty="0"/>
              <a:t>base64 (base64_encode)</a:t>
            </a:r>
          </a:p>
          <a:p>
            <a:r>
              <a:rPr lang="ru-RU" dirty="0"/>
              <a:t>Формат символов: </a:t>
            </a:r>
            <a:r>
              <a:rPr lang="en-US" dirty="0" err="1"/>
              <a:t>xor</a:t>
            </a:r>
            <a:r>
              <a:rPr lang="en-US" dirty="0"/>
              <a:t> 0x55</a:t>
            </a:r>
          </a:p>
          <a:p>
            <a:r>
              <a:rPr lang="ru-RU" dirty="0"/>
              <a:t>Эталонная строка: </a:t>
            </a:r>
            <a:r>
              <a:rPr lang="en-US" dirty="0"/>
              <a:t>local_258 = local_1fd+202+218)</a:t>
            </a:r>
          </a:p>
        </p:txBody>
      </p:sp>
    </p:spTree>
    <p:extLst>
      <p:ext uri="{BB962C8B-B14F-4D97-AF65-F5344CB8AC3E}">
        <p14:creationId xmlns:p14="http://schemas.microsoft.com/office/powerpoint/2010/main" val="2450226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84AE9-FCD1-9A2A-74C5-DFA693E2F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Финальный вид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98FA04-68C5-523A-C9E3-041EB6D37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7</a:t>
            </a:fld>
            <a:endParaRPr lang="ru-R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25B00C-15B3-AF0D-AB44-AB5F08D7B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838" y="2462077"/>
            <a:ext cx="5906324" cy="193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172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EBCDE-25C2-0872-F759-E68F308E8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062268" cy="698800"/>
          </a:xfrm>
        </p:spPr>
        <p:txBody>
          <a:bodyPr/>
          <a:lstStyle/>
          <a:p>
            <a:r>
              <a:rPr lang="ru-RU" dirty="0"/>
              <a:t>Реконструкция кода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E44225-E6BE-0044-5FB3-AE82B326C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8</a:t>
            </a:fld>
            <a:endParaRPr lang="ru-R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D9C403-1C30-8F6B-134D-2528FF0C3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1" y="615129"/>
            <a:ext cx="3572540" cy="62428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1A5E724-7E60-FAAC-55E2-D360B1977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1" y="615128"/>
            <a:ext cx="3791792" cy="62428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C7C22A1-1F03-CD26-8741-B13B2867EE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3193" y="1130061"/>
            <a:ext cx="2174542" cy="57279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D0D3B4C-A302-660F-298D-3FE61C2417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7735" y="1130061"/>
            <a:ext cx="2344368" cy="5727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13469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2179</TotalTime>
  <Words>118</Words>
  <Application>Microsoft Office PowerPoint</Application>
  <PresentationFormat>Widescreen</PresentationFormat>
  <Paragraphs>25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Black</vt:lpstr>
      <vt:lpstr>Calibri</vt:lpstr>
      <vt:lpstr>Calibri Light</vt:lpstr>
      <vt:lpstr>Тема Office</vt:lpstr>
      <vt:lpstr>Технология реверс-инжиниринга Задание 5</vt:lpstr>
      <vt:lpstr>Открытие 6.exe</vt:lpstr>
      <vt:lpstr>Анализ в Ghidra (main)</vt:lpstr>
      <vt:lpstr>Функция антидебагера</vt:lpstr>
      <vt:lpstr>Функция Xor_decode</vt:lpstr>
      <vt:lpstr>Анализ main</vt:lpstr>
      <vt:lpstr>Финальный вид</vt:lpstr>
      <vt:lpstr>Реконструкция кода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Print</dc:creator>
  <cp:lastModifiedBy>Дима Крецу</cp:lastModifiedBy>
  <cp:revision>264</cp:revision>
  <dcterms:created xsi:type="dcterms:W3CDTF">2021-11-29T10:22:08Z</dcterms:created>
  <dcterms:modified xsi:type="dcterms:W3CDTF">2026-06-04T10:01:22Z</dcterms:modified>
</cp:coreProperties>
</file>